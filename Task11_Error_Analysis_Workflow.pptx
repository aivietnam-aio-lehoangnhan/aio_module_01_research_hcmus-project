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tổng quan quy trình Error Analysis cho Task 11: nạp 2000 câu test có nhãn thật, chạy classifier cho cả Exp A và Exp B, lọc ra các câu dự đoán sai, gắn nhãn False Positive/False Negative, phân loại nguyên nhân theo pattern, rồi so sánh tập lỗi giữa A và B để viết báo cáo và đề xuất cải thiện.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Error Analysis (Task 11)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2000 câu test đến báo cáo nguyên nhân lỗi — 6 bước, chạy trên cả Exp A và Exp B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572768" cy="2743200"/>
          </a:xfrm>
          <a:prstGeom prst="roundRect">
            <a:avLst>
              <a:gd name="adj" fmla="val 5814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10312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dữ liệu test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data/test/cleaned.csv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câu có nhãn thật (label_true)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21408" y="29718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50592" y="1874520"/>
            <a:ext cx="1572768" cy="2743200"/>
          </a:xfrm>
          <a:prstGeom prst="roundRect">
            <a:avLst>
              <a:gd name="adj" fmla="val 5814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80944" y="210312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980944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42032" y="27432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Classifier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42032" y="342900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A (giữ stopwords) &amp;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B (loại stopwords) — cùng 1 vocab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0" y="29718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52544" y="1874520"/>
            <a:ext cx="1572768" cy="2743200"/>
          </a:xfrm>
          <a:prstGeom prst="roundRect">
            <a:avLst>
              <a:gd name="adj" fmla="val 5814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82896" y="21031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882896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43984" y="27432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câu dự đoán sai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43984" y="342900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label_true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label_pred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25312" y="29718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54496" y="1874520"/>
            <a:ext cx="1572768" cy="2743200"/>
          </a:xfrm>
          <a:prstGeom prst="roundRect">
            <a:avLst>
              <a:gd name="adj" fmla="val 5814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84848" y="21031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78484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45936" y="27432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nhãn FP / FN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45936" y="342900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Positive: Neg→Pos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Negative: Pos→Neg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27264" y="29718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156448" y="1874520"/>
            <a:ext cx="1572768" cy="2743200"/>
          </a:xfrm>
          <a:prstGeom prst="roundRect">
            <a:avLst>
              <a:gd name="adj" fmla="val 5814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0" y="2103120"/>
            <a:ext cx="512064" cy="51206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0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47888" y="27432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nguyên nhân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47888" y="342900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Negation, vocab nghèo,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nhượng bộ 'tuy...nhưng'...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29216" y="29718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058400" y="1874520"/>
            <a:ext cx="1572768" cy="2743200"/>
          </a:xfrm>
          <a:prstGeom prst="roundRect">
            <a:avLst>
              <a:gd name="adj" fmla="val 5814"/>
            </a:avLst>
          </a:prstGeom>
          <a:solidFill>
            <a:srgbClr val="EAF4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588752" y="2103120"/>
            <a:ext cx="512064" cy="512064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36" name="Text 34"/>
          <p:cNvSpPr/>
          <p:nvPr/>
        </p:nvSpPr>
        <p:spPr>
          <a:xfrm>
            <a:off x="10588752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149840" y="274320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A vs 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viết báo cáo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149840" y="342900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Giao/hiệu 2 tập lỗi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đề xuất cải thiện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A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đầu ra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367528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5367528"/>
            <a:ext cx="3697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error_analysis_exp_a.csv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245864" y="5367528"/>
            <a:ext cx="3697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error_analysis_exp_b.csv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943088" y="5367528"/>
            <a:ext cx="3697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error_analysis_report.md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11 - Error Analysis Workflow</dc:title>
  <dc:subject>PptxGenJS Presentation</dc:subject>
  <dc:creator>Tam Tran</dc:creator>
  <cp:lastModifiedBy>Tam Tran</cp:lastModifiedBy>
  <cp:revision>1</cp:revision>
  <dcterms:created xsi:type="dcterms:W3CDTF">2026-07-01T15:16:49Z</dcterms:created>
  <dcterms:modified xsi:type="dcterms:W3CDTF">2026-07-01T15:16:49Z</dcterms:modified>
</cp:coreProperties>
</file>