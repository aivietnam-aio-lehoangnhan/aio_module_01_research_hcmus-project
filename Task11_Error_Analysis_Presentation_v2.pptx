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295C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295C"/>
                </a:solidFill>
                <a:latin typeface="Arial"/>
              </a:rPr>
              <a:t>FP / FN tại threshold tốt nhất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False Positive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Exp A</c:v>
                  </c:pt>
                  <c:pt idx="1">
                    <c:v>Exp 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731</c:v>
                </c:pt>
                <c:pt idx="1">
                  <c:v>351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False Negative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Exp A</c:v>
                  </c:pt>
                  <c:pt idx="1">
                    <c:v>Exp B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64</c:v>
                </c:pt>
                <c:pt idx="1">
                  <c:v>207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này trình bày phần Error Analysis của Task 11 trên nhánh pipeline: chạy run_pipeline.py, và stress-test classifier bằng 2000 câu khó tự sinh.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mạnh: đây là classifier của nhánh pipeline (có negation window, intensifier, critique word), khác bản đơn giản trên main. Số liệu trong deck lấy trực tiếp từ run_pipeline.py.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lấy trực tiếp từ run_pipeline.py: exp_a 0.6025 (CM [[269,731],[64,936]]), exp_b 0.721 (CM [[649,351],[207,793]]). Kết luận: có bias over-predict Positive.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nhóm bẫy tương ứng các pattern lỗi đã phát hiện. Generator seed=42 nên tái lập được. File: data/test/hard_cases_2000.csv.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khó kéo accuracy xuống và tái hiện đúng bias: FP vẫn áp đảo. Nhượng bộ và phủ định kép là 2 nhóm khó nhất.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nguyên nhân gốc giải thích cả lỗi trên test thường lẫn câu khó. Negation window và concessive là 2 nhóm lớn nhất.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đề xuất; nhấn mạnh dùng 2000 câu khó như regression suite mỗi lần sửa classifier.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Chốt: pipeline ổn, stopwords có ích nhưng chưa đủ; nút thắt thực sự là negation + concessive. Bộ câu khó dùng để đo tiến bộ sau khi sửa.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11 · ERROR ANALYSIS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lỗi &amp; Stress-test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2000 câu khó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pipeline run_pipeline.py trên tập câu được thiết kế để “bẫy” mô hình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A (giữ stopwords)</a:t>
            </a:r>
            <a:pPr indent="0" marL="0">
              <a:buNone/>
            </a:pPr>
            <a:r>
              <a:rPr lang="en-US" sz="140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</a:t>
            </a:r>
            <a:pPr indent="0" marL="0">
              <a:buNone/>
            </a:pPr>
            <a:r>
              <a:rPr lang="en-US" sz="14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B (loại stopwords)</a:t>
            </a:r>
            <a:pPr indent="0" marL="0">
              <a:buNone/>
            </a:pPr>
            <a:r>
              <a:rPr lang="en-US" sz="140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~5 phút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 &amp; phương pháp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pipeline thật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chính run_pipeline.py: build vocab → clean vocab → threshold search cho Exp A &amp; Exp B.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0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2000 câu khó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971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sinh câu bẫy (phủ định, nhượng bộ, góp ý…) với nhãn biết chắc theo cấu trúc.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7373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21040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&amp; mổ lỗi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21040" y="2971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kết quả trên test thường vs câu khó, tách FP/FN, tìm pattern lỗi.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1691640"/>
          </a:xfrm>
          <a:prstGeom prst="roundRect">
            <a:avLst>
              <a:gd name="adj" fmla="val 5405"/>
            </a:avLst>
          </a:prstGeom>
          <a:solidFill>
            <a:srgbClr val="21295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440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trên nhánh này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48920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Rule-based: pos/neg vocab + negation window + intensifier (rất, quá, hơi) + critique word (nên, cần, thiếu)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phân loại: score ≥ threshold → Positive; threshold tối ưu chọn bằng accuracy qua 9 mức.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0" y="6492240"/>
            <a:ext cx="12188952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11 · Error Analysis · run_pipeline.py  |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trên tập test thường (2000 câu)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3560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60.3%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— Exp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(threshold 2.0)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32588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26280" y="143560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26280" y="21031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— Exp 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(threshold 2.0)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32588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75320" y="143560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+11.8đ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75320" y="21031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 stopwords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cải thiện accuracy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3017520"/>
          <a:ext cx="54864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355080" y="3017520"/>
            <a:ext cx="5303520" cy="3063240"/>
          </a:xfrm>
          <a:prstGeom prst="roundRect">
            <a:avLst>
              <a:gd name="adj" fmla="val 3582"/>
            </a:avLst>
          </a:prstGeom>
          <a:solidFill>
            <a:srgbClr val="21295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675120" y="3246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xét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675120" y="370332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over-predict “Positive”: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A có 731 FP so với chỉ 64 FN.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675120" y="4617720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 stopwords kéo FP xuống 351 nhưng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đẩy FN tăng 64 → 207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bias vẫn còn.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0" y="6492240"/>
            <a:ext cx="12188952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11 · Error Analysis · run_pipeline.py  |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 câu khó — bẫy đúng điểm yếu của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được sinh từ template nên nhãn thật biết chắc, nhưng thiết kế để phá logic rule-based · cân bằng 1000/1000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92224"/>
            <a:ext cx="365760" cy="3657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1554480"/>
            <a:ext cx="3931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Phủ định đảo chiều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394960" y="1554480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“thầy dạy không hay” → Negative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724912"/>
            <a:ext cx="365760" cy="36576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2487168"/>
            <a:ext cx="3931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Phủ định kép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394960" y="2487168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“không hề nhàm chán” → Positive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65760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3419856"/>
            <a:ext cx="3931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Nhượng bộ tuy…nhưng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394960" y="3419856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“tuy hơi khó nhưng rất bổ ích” → Positive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352544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590288"/>
            <a:ext cx="365760" cy="3657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4352544"/>
            <a:ext cx="3931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góp ý / phê bình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394960" y="4352544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“nên bổ sung thêm ví dụ” → Negative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5285232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552297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5285232"/>
            <a:ext cx="3931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Bẫy từ trung tính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5394960" y="5285232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“nội dung còn sơ sài, thiếu chiều sâu” → Negative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0" y="6492240"/>
            <a:ext cx="12188952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11 · Error Analysis · run_pipeline.py  |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stress-test trên 2000 câu khó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7672"/>
                <a:gridCol w="192024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Cấu hình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Positive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Negative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 A (giữ stopwords)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 B (loại stopwords)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A7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điển hình model đoán SAI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CEEEA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3794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(Neg → Pos)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22960" y="42062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“Tuy cuốn hút nhưng dạy hơi khó theo dõi.”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“Slide bài giảng nên sắp xếp nội dung logic hơn.”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“Cách truyền đạt vô cùng nhàm chán.”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2200" y="3611880"/>
            <a:ext cx="5468112" cy="2377440"/>
          </a:xfrm>
          <a:prstGeom prst="roundRect">
            <a:avLst>
              <a:gd name="adj" fmla="val 3846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46520" y="3794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(Pos → Neg)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46520" y="42062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“Tuy hơi lộn xộn nhưng khá hữu ích.”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“Bài giảng chẳng hề buồn ngủ một chút nào.”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“Tuy hơi chán nhưng rất dễ tiếp thu.”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0" y="6492240"/>
            <a:ext cx="12188952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11 · Error Analysis · run_pipeline.py  |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model sai? 3 nguyên nhân gốc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143000"/>
            <a:ext cx="1965960" cy="146304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97480" y="13441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Phủ định chỉ tác dụng trong cửa sổ hẹp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697480" y="1801368"/>
            <a:ext cx="8732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“chưa”, “không” chỉ đảo dấu vài token kế; từ cảm xúc nằm ngoài cửa sổ không bị đảo → câu tiêu cực vẫn dương.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770632"/>
            <a:ext cx="1965960" cy="1463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70632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Concessive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97480" y="29718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Cộng điểm cả hai vế “tuy…nhưng”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97480" y="3429000"/>
            <a:ext cx="8732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cộng dồn cả 2 vế, không nhận ra vế sau “nhưng” mới mang ý chính → điểm tổng lệch hướng.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398264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398264"/>
            <a:ext cx="1965960" cy="1463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398264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697480" y="459943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trung tính / góp ý chưa có trọng số đúng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97480" y="5056632"/>
            <a:ext cx="8732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học thuật trung tính lọt vào pos_vocab; câu góp ý (“nên”, “cần”) chưa đủ sức kéo điểm về âm.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0" y="6492240"/>
            <a:ext cx="12188952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11 · Error Analysis · run_pipeline.py  |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 cải thiện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2B3570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463040"/>
            <a:ext cx="502920" cy="50292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cửa sổ phủ định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 negator tác dụng tới cụm từ cảm xúc phía sau, và chỉ đảo tích cực → tiêu cực.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18872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2B35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0" y="1463040"/>
            <a:ext cx="502920" cy="50292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269480" y="14173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riêng “tuy…nhưng”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24028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tiên/ nhân trọng số vế sau liên từ nhượng bộ thay vì cộng dồn cả câu.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2B3570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3794760"/>
            <a:ext cx="502920" cy="50292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554480" y="37490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sạch &amp; bổ sung vocab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8680" y="457200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 từ trung tính khỏi pos_vocab; thêm lexicon góp ý (nên, cần, thiếu) có trọng số âm.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52044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2B35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3794760"/>
            <a:ext cx="502920" cy="50292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269480" y="37490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ngưỡng theo F1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83680" y="457200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vì tối ưu accuracy đơn thuần — cân bằng precision/recall để giảm bias Positive.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76072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3FA796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7607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2000 câu khó là “bộ hồi quy” để kiểm tra mỗi lần sửa classifier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0" y="6492240"/>
            <a:ext cx="12188952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11 · Error Analysis · run_pipeline.py  |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4480560"/>
          </a:xfrm>
          <a:prstGeom prst="roundRect">
            <a:avLst>
              <a:gd name="adj" fmla="val 2449"/>
            </a:avLst>
          </a:prstGeom>
          <a:solidFill>
            <a:srgbClr val="EAF4F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916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run_pipeline.py chạy ổn định end-to-end. </a:t>
            </a:r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 stopwords giúp tăng accuracy (60.3% → 72.1% trên test thường), </a:t>
            </a:r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nhưng cả hai cấu hình vẫn over-predict “Positive”</a:t>
            </a:r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và trên 2000 câu khó, accuracy tụt về ~66–68%.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3611880"/>
            <a:ext cx="10332720" cy="0"/>
          </a:xfrm>
          <a:prstGeom prst="line">
            <a:avLst/>
          </a:prstGeom>
          <a:noFill/>
          <a:ln w="12700">
            <a:solidFill>
              <a:srgbClr val="D3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8404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Nút thắt là logic negation + xử lý câu nhượng bộ, không phải stopwords. Cần sửa 2 chỗ này trước.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tạo mới: data/test/hard_cases_2000.csv · scripts/task11_generate_hard_cases.py · scripts/task11_run_pipeline_hardtest.py · docs/hard_cases_*.csv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tiếp theo: fix negation window + concessive, chạy lại 2000 câu khó để đo tiến bộ.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6492240"/>
            <a:ext cx="12188952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11 · Error Analysis · run_pipeline.py  | 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11 - Error Analysis (Pipeline + Hard Cases)</dc:title>
  <dc:subject>PptxGenJS Presentation</dc:subject>
  <dc:creator>Tam Tran</dc:creator>
  <cp:lastModifiedBy>Tam Tran</cp:lastModifiedBy>
  <cp:revision>1</cp:revision>
  <dcterms:created xsi:type="dcterms:W3CDTF">2026-07-01T16:22:20Z</dcterms:created>
  <dcterms:modified xsi:type="dcterms:W3CDTF">2026-07-01T16:22:20Z</dcterms:modified>
</cp:coreProperties>
</file>